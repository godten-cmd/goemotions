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77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53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52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009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50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21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35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6050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29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266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2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D9290-AEC8-4529-8A7D-37614F537DE3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C4F44-6100-492C-AACE-0E2A76017B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858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16 -&gt; 20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78" y="1386931"/>
            <a:ext cx="3842099" cy="285393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266" y="1499665"/>
            <a:ext cx="3598819" cy="27172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085" y="1499665"/>
            <a:ext cx="4033381" cy="299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03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12&gt;16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642" y="1472721"/>
            <a:ext cx="4660139" cy="367449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781" y="1825625"/>
            <a:ext cx="3493262" cy="267300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418" y="1027906"/>
            <a:ext cx="58007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98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8&gt;12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16" y="1347462"/>
            <a:ext cx="3131963" cy="246953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163" y="1347462"/>
            <a:ext cx="3858474" cy="30423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8637" y="1247253"/>
            <a:ext cx="4973290" cy="392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8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4&gt;8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9020" y="1472721"/>
            <a:ext cx="4307453" cy="32960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602" y="1825625"/>
            <a:ext cx="3628796" cy="286128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398" y="1690688"/>
            <a:ext cx="4509827" cy="355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5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1252" y="1159570"/>
            <a:ext cx="5629275" cy="44386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074" y="1027906"/>
            <a:ext cx="5629275" cy="44386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22500" y="896242"/>
            <a:ext cx="562927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783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Few shot </a:t>
            </a:r>
            <a:r>
              <a:rPr lang="ko-KR" altLang="en-US" dirty="0" smtClean="0"/>
              <a:t>변환 후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95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ekman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09" y="1488727"/>
            <a:ext cx="3382536" cy="251256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116" y="1208426"/>
            <a:ext cx="3699028" cy="279286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0915" y="1208426"/>
            <a:ext cx="4037232" cy="3048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3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4-8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919"/>
            <a:ext cx="4283242" cy="318161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914" y="1397919"/>
            <a:ext cx="3626518" cy="269379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104" y="1186093"/>
            <a:ext cx="4196856" cy="311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48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8-12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603" y="1404520"/>
            <a:ext cx="4012705" cy="30297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386" y="1462087"/>
            <a:ext cx="4001228" cy="297213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614" y="1272881"/>
            <a:ext cx="4437647" cy="33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7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12-16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4172"/>
            <a:ext cx="4380497" cy="325385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497" y="1494172"/>
            <a:ext cx="4546183" cy="343249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1711" y="1462087"/>
            <a:ext cx="4664178" cy="346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4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16-20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5024" y="1825625"/>
            <a:ext cx="4947236" cy="37352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212" y="2013781"/>
            <a:ext cx="4448826" cy="33589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5846" y="2149758"/>
            <a:ext cx="4155908" cy="308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26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15</Words>
  <Application>Microsoft Office PowerPoint</Application>
  <PresentationFormat>와이드스크린</PresentationFormat>
  <Paragraphs>10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16 -&gt; 20</vt:lpstr>
      <vt:lpstr>12&gt;16</vt:lpstr>
      <vt:lpstr>8&gt;12</vt:lpstr>
      <vt:lpstr>4&gt;8</vt:lpstr>
      <vt:lpstr>PowerPoint 프레젠테이션</vt:lpstr>
      <vt:lpstr>Few shot 변환 후</vt:lpstr>
      <vt:lpstr>ekman</vt:lpstr>
      <vt:lpstr>4-8</vt:lpstr>
      <vt:lpstr>8-12</vt:lpstr>
      <vt:lpstr>12-16</vt:lpstr>
      <vt:lpstr>16-20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16 -&gt; 20</dc:title>
  <dc:creator>biz</dc:creator>
  <cp:lastModifiedBy>biz</cp:lastModifiedBy>
  <cp:revision>2</cp:revision>
  <dcterms:created xsi:type="dcterms:W3CDTF">2025-10-28T06:46:01Z</dcterms:created>
  <dcterms:modified xsi:type="dcterms:W3CDTF">2025-10-28T07:39:25Z</dcterms:modified>
</cp:coreProperties>
</file>